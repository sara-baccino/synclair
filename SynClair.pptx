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ource Sans 3 Black"/>
      <p:regular r:id="rId201317"/>
    </p:embeddedFont>
    <p:embeddedFont>
      <p:font typeface="Source Serif 4"/>
      <p:regular r:id="rId201318"/>
    </p:embeddedFont>
    <p:embeddedFont>
      <p:font typeface="Source Serif 4 SemiBold"/>
      <p:regular r:id="rId201319"/>
    </p:embeddedFont>
    <p:embeddedFont>
      <p:font typeface="Source Serif 4 Bold"/>
      <p:regular r:id="rId201320"/>
    </p:embeddedFont>
    <p:embeddedFont>
      <p:font typeface="Source Serif 4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190848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SynClair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1855217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Illuminare le strutture nascoste nei dataset complessi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577" y="2262857"/>
            <a:ext cx="4667845" cy="1689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95290" y="3544420"/>
            <a:ext cx="1195211" cy="13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Conoscenza Strutturata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295290" y="3035122"/>
            <a:ext cx="1100449" cy="13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Layer SynClair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295290" y="2520627"/>
            <a:ext cx="1100449" cy="13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Dataset Grezzo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8327"/>
            <a:ext cx="8096845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spc="-48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Dal Dato Grezzo alla comprensione dei Dati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23577" y="1027361"/>
            <a:ext cx="85540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workflow di SynClair trasforma i dataset grezzi in dataset pronti per l'analisi.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917874"/>
            <a:ext cx="5153174" cy="22221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0347" y="3722926"/>
            <a:ext cx="1100228" cy="137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Pulizia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70347" y="3208533"/>
            <a:ext cx="1100228" cy="137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Scoperta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70347" y="2699337"/>
            <a:ext cx="1100228" cy="137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Profilazione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0347" y="2184944"/>
            <a:ext cx="1100228" cy="137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Dataset Grezzo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5095" y="1467148"/>
            <a:ext cx="2630016" cy="9676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5045" y="1609948"/>
            <a:ext cx="228726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003D5C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① Profilazione dei Dataset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195045" y="1909465"/>
            <a:ext cx="228726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Caratterizzazione statistica, distribuzioni delle feature, valutazione della qualità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5095" y="2545184"/>
            <a:ext cx="2630016" cy="9676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95045" y="2687985"/>
            <a:ext cx="228726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003D5C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② Scoperta di Vincoli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195045" y="2987501"/>
            <a:ext cx="228726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Relazioni nascoste, regole di coerenza, dipendenze strutturali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5095" y="3623221"/>
            <a:ext cx="2630016" cy="9676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95045" y="3766021"/>
            <a:ext cx="228726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003D5C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③ Pulizia dei Dati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195045" y="4065538"/>
            <a:ext cx="228726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Pattern mancanti, rilevamento anomalie, raccomandazioni di preprocessing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12700"/>
            <a:ext cx="4667845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spc="-47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Comprensione della Struttura dei Dataset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523577" y="1315120"/>
            <a:ext cx="5125045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Scopri popolazioni nascoste e pattern senza etichette predefinite.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23577" y="1621036"/>
            <a:ext cx="4667845" cy="697557"/>
          </a:xfrm>
          <a:prstGeom prst="roundRect">
            <a:avLst>
              <a:gd name="adj" fmla="val 7601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4546" y="1752005"/>
            <a:ext cx="440590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54546" y="2001515"/>
            <a:ext cx="4405908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Riduzione della dimensionalità per rappresentazioni compatte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23577" y="2425080"/>
            <a:ext cx="4667845" cy="697557"/>
          </a:xfrm>
          <a:prstGeom prst="roundRect">
            <a:avLst>
              <a:gd name="adj" fmla="val 7601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4546" y="2556049"/>
            <a:ext cx="440590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Clustering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4546" y="2805559"/>
            <a:ext cx="4405908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Raggruppamento non supervisionato senza etichette a priori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23577" y="3229124"/>
            <a:ext cx="4667845" cy="697557"/>
          </a:xfrm>
          <a:prstGeom prst="roundRect">
            <a:avLst>
              <a:gd name="adj" fmla="val 7601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4546" y="3360093"/>
            <a:ext cx="440590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Gruppi Latenti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4546" y="3609603"/>
            <a:ext cx="4405908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Strutture interpretabili emergenti dai dati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3577" y="4033168"/>
            <a:ext cx="4667845" cy="697557"/>
          </a:xfrm>
          <a:prstGeom prst="roundRect">
            <a:avLst>
              <a:gd name="adj" fmla="val 7601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4546" y="4164137"/>
            <a:ext cx="440590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Scoperta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54546" y="4413647"/>
            <a:ext cx="4405908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Popolazioni interpretabili e azionabili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Riduzione dei Bias Attraverso Matching e Bilanciamento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706189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SynClair Matching trasforma dataset sbilanciati in coorti comparabili.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69702" y="837977"/>
            <a:ext cx="4064943" cy="492993"/>
          </a:xfrm>
          <a:prstGeom prst="roundRect">
            <a:avLst>
              <a:gd name="adj" fmla="val 10925"/>
            </a:avLst>
          </a:prstGeom>
          <a:solidFill>
            <a:srgbClr val="003D5C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4488" y="875333"/>
            <a:ext cx="3915370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Prima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44488" y="1022672"/>
            <a:ext cx="391537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spc="-12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Popolazioni sbilanciate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spc="-12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Bias nascosti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spc="-12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Rappresentazione ineguale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667994" y="875333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0" dirty="0">
                <a:solidFill>
                  <a:srgbClr val="00A8A8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Dopo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667994" y="1022672"/>
            <a:ext cx="39571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Coorti matched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Popolazioni bilanciate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Comparabilità migliorata</a:t>
            </a:r>
            <a:endParaRPr lang="en-US" sz="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73014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SynClair: Ecosistema Completo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706189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framework completo per l'intelligenza dei dati e l'AI affidabile.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880021"/>
            <a:ext cx="3957191" cy="39571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7994" y="2701751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Moduli Core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780136" y="2887414"/>
            <a:ext cx="4302249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i="1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"SynClair trasforma i dataset in strutture interpretabili, abilitando analisi affidabili e AI trustworthy."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4667994" y="2853779"/>
            <a:ext cx="9525" cy="157014"/>
          </a:xfrm>
          <a:prstGeom prst="roundRect">
            <a:avLst>
              <a:gd name="adj" fmla="val 50000"/>
            </a:avLst>
          </a:prstGeom>
          <a:solidFill>
            <a:srgbClr val="D75BE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631" y="4923569"/>
            <a:ext cx="112142" cy="1121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6614" y="4921300"/>
            <a:ext cx="2424708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Analisi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766614" y="5053682"/>
            <a:ext cx="2424708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Profilazione · Scoperta · Pulizia</a:t>
            </a:r>
            <a:endParaRPr lang="en-US" sz="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6108" y="4923569"/>
            <a:ext cx="112142" cy="1121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81090" y="4921300"/>
            <a:ext cx="2424782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Intelligenza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3481090" y="5053682"/>
            <a:ext cx="2424782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Struttura · Matching · Network</a:t>
            </a:r>
            <a:endParaRPr lang="en-US" sz="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0658" y="4923569"/>
            <a:ext cx="112142" cy="1121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95640" y="4921300"/>
            <a:ext cx="2424782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spc="-1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Affidabilità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6195640" y="5053682"/>
            <a:ext cx="2424782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Validazione · Reporting · GUI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2026-08-06T16:04:46Z</dcterms:created>
  <dcterms:modified xsi:type="dcterms:W3CDTF">2026-08-06T16:04:46Z</dcterms:modified>
</cp:coreProperties>
</file>